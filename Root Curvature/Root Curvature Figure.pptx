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3CD366A-2E08-6FB9-69AC-31DBF5D30445}" v="28" dt="2026-06-18T14:33:41.42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ensley, Elyse" userId="S::eh360220@ohio.edu::b663b1f0-1e82-4a2c-beeb-fad2d1456b8f" providerId="AD" clId="Web-{D3CD366A-2E08-6FB9-69AC-31DBF5D30445}"/>
    <pc:docChg chg="modSld">
      <pc:chgData name="Hensley, Elyse" userId="S::eh360220@ohio.edu::b663b1f0-1e82-4a2c-beeb-fad2d1456b8f" providerId="AD" clId="Web-{D3CD366A-2E08-6FB9-69AC-31DBF5D30445}" dt="2026-06-18T14:33:41.420" v="27" actId="1076"/>
      <pc:docMkLst>
        <pc:docMk/>
      </pc:docMkLst>
      <pc:sldChg chg="addSp delSp modSp mod modClrScheme chgLayout">
        <pc:chgData name="Hensley, Elyse" userId="S::eh360220@ohio.edu::b663b1f0-1e82-4a2c-beeb-fad2d1456b8f" providerId="AD" clId="Web-{D3CD366A-2E08-6FB9-69AC-31DBF5D30445}" dt="2026-06-18T14:33:41.420" v="27" actId="1076"/>
        <pc:sldMkLst>
          <pc:docMk/>
          <pc:sldMk cId="109857222" sldId="256"/>
        </pc:sldMkLst>
        <pc:spChg chg="del">
          <ac:chgData name="Hensley, Elyse" userId="S::eh360220@ohio.edu::b663b1f0-1e82-4a2c-beeb-fad2d1456b8f" providerId="AD" clId="Web-{D3CD366A-2E08-6FB9-69AC-31DBF5D30445}" dt="2026-06-18T14:32:30.542" v="6"/>
          <ac:spMkLst>
            <pc:docMk/>
            <pc:sldMk cId="109857222" sldId="256"/>
            <ac:spMk id="2" creationId="{00000000-0000-0000-0000-000000000000}"/>
          </ac:spMkLst>
        </pc:spChg>
        <pc:spChg chg="del">
          <ac:chgData name="Hensley, Elyse" userId="S::eh360220@ohio.edu::b663b1f0-1e82-4a2c-beeb-fad2d1456b8f" providerId="AD" clId="Web-{D3CD366A-2E08-6FB9-69AC-31DBF5D30445}" dt="2026-06-18T14:32:30.542" v="6"/>
          <ac:spMkLst>
            <pc:docMk/>
            <pc:sldMk cId="109857222" sldId="256"/>
            <ac:spMk id="3" creationId="{00000000-0000-0000-0000-000000000000}"/>
          </ac:spMkLst>
        </pc:spChg>
        <pc:spChg chg="add mod">
          <ac:chgData name="Hensley, Elyse" userId="S::eh360220@ohio.edu::b663b1f0-1e82-4a2c-beeb-fad2d1456b8f" providerId="AD" clId="Web-{D3CD366A-2E08-6FB9-69AC-31DBF5D30445}" dt="2026-06-18T14:33:01.652" v="10" actId="1076"/>
          <ac:spMkLst>
            <pc:docMk/>
            <pc:sldMk cId="109857222" sldId="256"/>
            <ac:spMk id="7" creationId="{42DA0EE1-4F13-A25B-5D18-D48C04BF46AB}"/>
          </ac:spMkLst>
        </pc:spChg>
        <pc:spChg chg="add">
          <ac:chgData name="Hensley, Elyse" userId="S::eh360220@ohio.edu::b663b1f0-1e82-4a2c-beeb-fad2d1456b8f" providerId="AD" clId="Web-{D3CD366A-2E08-6FB9-69AC-31DBF5D30445}" dt="2026-06-18T14:33:04.762" v="11"/>
          <ac:spMkLst>
            <pc:docMk/>
            <pc:sldMk cId="109857222" sldId="256"/>
            <ac:spMk id="8" creationId="{FCAA3CFA-DC19-00D3-ADB1-7E8C88299A32}"/>
          </ac:spMkLst>
        </pc:spChg>
        <pc:spChg chg="add mod">
          <ac:chgData name="Hensley, Elyse" userId="S::eh360220@ohio.edu::b663b1f0-1e82-4a2c-beeb-fad2d1456b8f" providerId="AD" clId="Web-{D3CD366A-2E08-6FB9-69AC-31DBF5D30445}" dt="2026-06-18T14:33:18.731" v="15" actId="1076"/>
          <ac:spMkLst>
            <pc:docMk/>
            <pc:sldMk cId="109857222" sldId="256"/>
            <ac:spMk id="9" creationId="{F9167E72-AF1F-E7E1-65AF-4244BDAD0D2F}"/>
          </ac:spMkLst>
        </pc:spChg>
        <pc:spChg chg="add mod">
          <ac:chgData name="Hensley, Elyse" userId="S::eh360220@ohio.edu::b663b1f0-1e82-4a2c-beeb-fad2d1456b8f" providerId="AD" clId="Web-{D3CD366A-2E08-6FB9-69AC-31DBF5D30445}" dt="2026-06-18T14:33:21.341" v="17" actId="1076"/>
          <ac:spMkLst>
            <pc:docMk/>
            <pc:sldMk cId="109857222" sldId="256"/>
            <ac:spMk id="10" creationId="{A90FC076-8F0F-392B-C1CE-5785E2AD452B}"/>
          </ac:spMkLst>
        </pc:spChg>
        <pc:spChg chg="add mod">
          <ac:chgData name="Hensley, Elyse" userId="S::eh360220@ohio.edu::b663b1f0-1e82-4a2c-beeb-fad2d1456b8f" providerId="AD" clId="Web-{D3CD366A-2E08-6FB9-69AC-31DBF5D30445}" dt="2026-06-18T14:33:26.935" v="19" actId="1076"/>
          <ac:spMkLst>
            <pc:docMk/>
            <pc:sldMk cId="109857222" sldId="256"/>
            <ac:spMk id="11" creationId="{97C3CD2B-695F-F69F-4AF5-5A7DE7D9F019}"/>
          </ac:spMkLst>
        </pc:spChg>
        <pc:spChg chg="add mod">
          <ac:chgData name="Hensley, Elyse" userId="S::eh360220@ohio.edu::b663b1f0-1e82-4a2c-beeb-fad2d1456b8f" providerId="AD" clId="Web-{D3CD366A-2E08-6FB9-69AC-31DBF5D30445}" dt="2026-06-18T14:33:29.982" v="21" actId="1076"/>
          <ac:spMkLst>
            <pc:docMk/>
            <pc:sldMk cId="109857222" sldId="256"/>
            <ac:spMk id="12" creationId="{CB13514E-A5C9-13A5-519F-116C813355D9}"/>
          </ac:spMkLst>
        </pc:spChg>
        <pc:spChg chg="add mod">
          <ac:chgData name="Hensley, Elyse" userId="S::eh360220@ohio.edu::b663b1f0-1e82-4a2c-beeb-fad2d1456b8f" providerId="AD" clId="Web-{D3CD366A-2E08-6FB9-69AC-31DBF5D30445}" dt="2026-06-18T14:33:33.154" v="23" actId="1076"/>
          <ac:spMkLst>
            <pc:docMk/>
            <pc:sldMk cId="109857222" sldId="256"/>
            <ac:spMk id="13" creationId="{BA82141F-6870-2C11-6B45-D33355935DBD}"/>
          </ac:spMkLst>
        </pc:spChg>
        <pc:spChg chg="add mod">
          <ac:chgData name="Hensley, Elyse" userId="S::eh360220@ohio.edu::b663b1f0-1e82-4a2c-beeb-fad2d1456b8f" providerId="AD" clId="Web-{D3CD366A-2E08-6FB9-69AC-31DBF5D30445}" dt="2026-06-18T14:33:37.138" v="25" actId="1076"/>
          <ac:spMkLst>
            <pc:docMk/>
            <pc:sldMk cId="109857222" sldId="256"/>
            <ac:spMk id="14" creationId="{09580285-FC29-516E-F0A8-ABD2494B8D81}"/>
          </ac:spMkLst>
        </pc:spChg>
        <pc:spChg chg="add mod">
          <ac:chgData name="Hensley, Elyse" userId="S::eh360220@ohio.edu::b663b1f0-1e82-4a2c-beeb-fad2d1456b8f" providerId="AD" clId="Web-{D3CD366A-2E08-6FB9-69AC-31DBF5D30445}" dt="2026-06-18T14:33:41.420" v="27" actId="1076"/>
          <ac:spMkLst>
            <pc:docMk/>
            <pc:sldMk cId="109857222" sldId="256"/>
            <ac:spMk id="15" creationId="{CB3D2C39-CCD1-D89D-4D9D-BBDBB3C87189}"/>
          </ac:spMkLst>
        </pc:spChg>
        <pc:picChg chg="add del mod">
          <ac:chgData name="Hensley, Elyse" userId="S::eh360220@ohio.edu::b663b1f0-1e82-4a2c-beeb-fad2d1456b8f" providerId="AD" clId="Web-{D3CD366A-2E08-6FB9-69AC-31DBF5D30445}" dt="2026-06-18T14:22:20.600" v="4"/>
          <ac:picMkLst>
            <pc:docMk/>
            <pc:sldMk cId="109857222" sldId="256"/>
            <ac:picMk id="4" creationId="{36327B94-ECDF-7597-A728-12124AFDE092}"/>
          </ac:picMkLst>
        </pc:picChg>
        <pc:picChg chg="add del mod">
          <ac:chgData name="Hensley, Elyse" userId="S::eh360220@ohio.edu::b663b1f0-1e82-4a2c-beeb-fad2d1456b8f" providerId="AD" clId="Web-{D3CD366A-2E08-6FB9-69AC-31DBF5D30445}" dt="2026-06-18T14:22:15.303" v="2"/>
          <ac:picMkLst>
            <pc:docMk/>
            <pc:sldMk cId="109857222" sldId="256"/>
            <ac:picMk id="5" creationId="{7E037E4A-B532-E571-1732-A7B08D7B1C90}"/>
          </ac:picMkLst>
        </pc:picChg>
        <pc:picChg chg="add mod">
          <ac:chgData name="Hensley, Elyse" userId="S::eh360220@ohio.edu::b663b1f0-1e82-4a2c-beeb-fad2d1456b8f" providerId="AD" clId="Web-{D3CD366A-2E08-6FB9-69AC-31DBF5D30445}" dt="2026-06-18T14:33:09.918" v="13" actId="1076"/>
          <ac:picMkLst>
            <pc:docMk/>
            <pc:sldMk cId="109857222" sldId="256"/>
            <ac:picMk id="6" creationId="{17E42DD8-4531-DC81-C455-D09E51CDF1C5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17E42DD8-4531-DC81-C455-D09E51CDF1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7457" y="0"/>
            <a:ext cx="9537085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2DA0EE1-4F13-A25B-5D18-D48C04BF46AB}"/>
              </a:ext>
            </a:extLst>
          </p:cNvPr>
          <p:cNvSpPr txBox="1"/>
          <p:nvPr/>
        </p:nvSpPr>
        <p:spPr>
          <a:xfrm>
            <a:off x="3477952" y="3429210"/>
            <a:ext cx="106455" cy="369332"/>
          </a:xfrm>
          <a:prstGeom prst="rect">
            <a:avLst/>
          </a:prstGeom>
          <a:solidFill>
            <a:schemeClr val="bg1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CAA3CFA-DC19-00D3-ADB1-7E8C88299A32}"/>
              </a:ext>
            </a:extLst>
          </p:cNvPr>
          <p:cNvSpPr txBox="1"/>
          <p:nvPr/>
        </p:nvSpPr>
        <p:spPr>
          <a:xfrm>
            <a:off x="3621185" y="3572443"/>
            <a:ext cx="106455" cy="369332"/>
          </a:xfrm>
          <a:prstGeom prst="rect">
            <a:avLst/>
          </a:prstGeom>
          <a:solidFill>
            <a:schemeClr val="bg1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9167E72-AF1F-E7E1-65AF-4244BDAD0D2F}"/>
              </a:ext>
            </a:extLst>
          </p:cNvPr>
          <p:cNvSpPr txBox="1"/>
          <p:nvPr/>
        </p:nvSpPr>
        <p:spPr>
          <a:xfrm>
            <a:off x="4090989" y="3795886"/>
            <a:ext cx="106455" cy="369332"/>
          </a:xfrm>
          <a:prstGeom prst="rect">
            <a:avLst/>
          </a:prstGeom>
          <a:solidFill>
            <a:schemeClr val="bg1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90FC076-8F0F-392B-C1CE-5785E2AD452B}"/>
              </a:ext>
            </a:extLst>
          </p:cNvPr>
          <p:cNvSpPr txBox="1"/>
          <p:nvPr/>
        </p:nvSpPr>
        <p:spPr>
          <a:xfrm>
            <a:off x="4726944" y="4494864"/>
            <a:ext cx="106455" cy="369332"/>
          </a:xfrm>
          <a:prstGeom prst="rect">
            <a:avLst/>
          </a:prstGeom>
          <a:solidFill>
            <a:schemeClr val="bg1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7C3CD2B-695F-F69F-4AF5-5A7DE7D9F019}"/>
              </a:ext>
            </a:extLst>
          </p:cNvPr>
          <p:cNvSpPr txBox="1"/>
          <p:nvPr/>
        </p:nvSpPr>
        <p:spPr>
          <a:xfrm>
            <a:off x="5357170" y="5153736"/>
            <a:ext cx="106455" cy="369332"/>
          </a:xfrm>
          <a:prstGeom prst="rect">
            <a:avLst/>
          </a:prstGeom>
          <a:solidFill>
            <a:schemeClr val="bg1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B13514E-A5C9-13A5-519F-116C813355D9}"/>
              </a:ext>
            </a:extLst>
          </p:cNvPr>
          <p:cNvSpPr txBox="1"/>
          <p:nvPr/>
        </p:nvSpPr>
        <p:spPr>
          <a:xfrm>
            <a:off x="5987395" y="5520413"/>
            <a:ext cx="106455" cy="369332"/>
          </a:xfrm>
          <a:prstGeom prst="rect">
            <a:avLst/>
          </a:prstGeom>
          <a:solidFill>
            <a:schemeClr val="bg1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A82141F-6870-2C11-6B45-D33355935DBD}"/>
              </a:ext>
            </a:extLst>
          </p:cNvPr>
          <p:cNvSpPr txBox="1"/>
          <p:nvPr/>
        </p:nvSpPr>
        <p:spPr>
          <a:xfrm>
            <a:off x="6606162" y="5520413"/>
            <a:ext cx="106455" cy="369332"/>
          </a:xfrm>
          <a:prstGeom prst="rect">
            <a:avLst/>
          </a:prstGeom>
          <a:solidFill>
            <a:schemeClr val="bg1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9580285-FC29-516E-F0A8-ABD2494B8D81}"/>
              </a:ext>
            </a:extLst>
          </p:cNvPr>
          <p:cNvSpPr txBox="1"/>
          <p:nvPr/>
        </p:nvSpPr>
        <p:spPr>
          <a:xfrm>
            <a:off x="7219200" y="5594894"/>
            <a:ext cx="106455" cy="369332"/>
          </a:xfrm>
          <a:prstGeom prst="rect">
            <a:avLst/>
          </a:prstGeom>
          <a:solidFill>
            <a:schemeClr val="bg1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B3D2C39-CCD1-D89D-4D9D-BBDBB3C87189}"/>
              </a:ext>
            </a:extLst>
          </p:cNvPr>
          <p:cNvSpPr txBox="1"/>
          <p:nvPr/>
        </p:nvSpPr>
        <p:spPr>
          <a:xfrm>
            <a:off x="7820778" y="5594894"/>
            <a:ext cx="106455" cy="369332"/>
          </a:xfrm>
          <a:prstGeom prst="rect">
            <a:avLst/>
          </a:prstGeom>
          <a:solidFill>
            <a:schemeClr val="bg1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13</cp:revision>
  <dcterms:created xsi:type="dcterms:W3CDTF">2026-06-18T14:22:03Z</dcterms:created>
  <dcterms:modified xsi:type="dcterms:W3CDTF">2026-06-18T14:33:42Z</dcterms:modified>
</cp:coreProperties>
</file>